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094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072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723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611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022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422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526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964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90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22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052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06064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849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75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868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4320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47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9236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Sistema de Gestión de Streaming de Música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Diseño con Apache Cassandra</a:t>
            </a:r>
          </a:p>
          <a:p>
            <a:endParaRPr dirty="0"/>
          </a:p>
        </p:txBody>
      </p:sp>
      <p:sp>
        <p:nvSpPr>
          <p:cNvPr id="4" name="CuadroTexto 3"/>
          <p:cNvSpPr txBox="1"/>
          <p:nvPr/>
        </p:nvSpPr>
        <p:spPr>
          <a:xfrm>
            <a:off x="2312634" y="4287915"/>
            <a:ext cx="45187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/>
              <a:t>Integrantes</a:t>
            </a:r>
          </a:p>
          <a:p>
            <a:pPr algn="ctr"/>
            <a:r>
              <a:rPr lang="es-MX" dirty="0" err="1" smtClean="0"/>
              <a:t>Huaman</a:t>
            </a:r>
            <a:r>
              <a:rPr lang="es-MX" dirty="0" smtClean="0"/>
              <a:t> Perales , Gerson Anthony</a:t>
            </a:r>
          </a:p>
          <a:p>
            <a:pPr algn="ctr"/>
            <a:r>
              <a:rPr lang="es-MX" dirty="0" err="1" smtClean="0"/>
              <a:t>Sanchez</a:t>
            </a:r>
            <a:r>
              <a:rPr lang="es-MX" dirty="0" smtClean="0"/>
              <a:t> Valenzuela , </a:t>
            </a:r>
            <a:r>
              <a:rPr lang="es-MX" dirty="0" err="1" smtClean="0"/>
              <a:t>Geraldin</a:t>
            </a:r>
            <a:r>
              <a:rPr lang="es-MX" dirty="0" smtClean="0"/>
              <a:t> </a:t>
            </a:r>
            <a:r>
              <a:rPr lang="es-MX" dirty="0" err="1" smtClean="0"/>
              <a:t>Angela</a:t>
            </a:r>
            <a:endParaRPr lang="es-PE" dirty="0" smtClean="0"/>
          </a:p>
          <a:p>
            <a:pPr algn="ctr"/>
            <a:r>
              <a:rPr lang="es-MX" dirty="0" smtClean="0"/>
              <a:t>Mancilla Flores, </a:t>
            </a:r>
            <a:r>
              <a:rPr lang="es-MX" dirty="0" err="1" smtClean="0"/>
              <a:t>Nataly</a:t>
            </a:r>
            <a:endParaRPr lang="es-MX" dirty="0" smtClean="0"/>
          </a:p>
          <a:p>
            <a:pPr algn="ctr"/>
            <a:r>
              <a:rPr lang="es-MX" dirty="0" smtClean="0"/>
              <a:t>Barrera </a:t>
            </a:r>
            <a:r>
              <a:rPr lang="es-MX" dirty="0" err="1" smtClean="0"/>
              <a:t>Jeremias</a:t>
            </a:r>
            <a:r>
              <a:rPr lang="es-MX" dirty="0" smtClean="0"/>
              <a:t> , </a:t>
            </a:r>
            <a:r>
              <a:rPr lang="es-MX" dirty="0" err="1" smtClean="0"/>
              <a:t>Jazmin</a:t>
            </a:r>
            <a:r>
              <a:rPr lang="es-MX" dirty="0" smtClean="0"/>
              <a:t> Areli</a:t>
            </a:r>
          </a:p>
          <a:p>
            <a:pPr algn="ctr"/>
            <a:r>
              <a:rPr lang="es-MX" dirty="0" smtClean="0"/>
              <a:t>Quispe Guevara , Alexis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Diseñar e implementar un sistema de streaming de música con Cassandra:</a:t>
            </a:r>
          </a:p>
          <a:p>
            <a:pPr marL="0" indent="0">
              <a:buNone/>
            </a:pPr>
            <a:r>
              <a:rPr dirty="0"/>
              <a:t>• Manejo eficiente de grandes volúmenes de datos</a:t>
            </a:r>
          </a:p>
          <a:p>
            <a:pPr marL="0" indent="0">
              <a:buNone/>
            </a:pPr>
            <a:r>
              <a:rPr dirty="0"/>
              <a:t>• Alta disponibilidad y escalabilidad</a:t>
            </a:r>
          </a:p>
          <a:p>
            <a:pPr marL="0" indent="0">
              <a:buNone/>
            </a:pPr>
            <a:r>
              <a:rPr dirty="0"/>
              <a:t>• Modelo orientado a consultas (Query-First Design)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del Sistema y Patrones de Acceso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El sistema debe soportar:</a:t>
            </a:r>
          </a:p>
          <a:p>
            <a:pPr marL="0" indent="0">
              <a:buNone/>
            </a:pPr>
            <a:r>
              <a:rPr dirty="0"/>
              <a:t>• Usuarios → Obtener datos por user_id</a:t>
            </a:r>
          </a:p>
          <a:p>
            <a:pPr marL="0" indent="0">
              <a:buNone/>
            </a:pPr>
            <a:r>
              <a:rPr dirty="0"/>
              <a:t>• Artistas → Buscar por artist_id</a:t>
            </a:r>
          </a:p>
          <a:p>
            <a:pPr marL="0" indent="0">
              <a:buNone/>
            </a:pPr>
            <a:r>
              <a:rPr dirty="0"/>
              <a:t>• Canciones → Consultas por artista, año y género</a:t>
            </a:r>
          </a:p>
          <a:p>
            <a:pPr marL="0" indent="0">
              <a:buNone/>
            </a:pPr>
            <a:r>
              <a:rPr dirty="0"/>
              <a:t>• Playlists → Listar playlists por usuario</a:t>
            </a:r>
          </a:p>
          <a:p>
            <a:pPr marL="0" indent="0">
              <a:buNone/>
            </a:pPr>
            <a:r>
              <a:rPr dirty="0"/>
              <a:t>• Historial → Filtrar reproducciones por fecha</a:t>
            </a:r>
          </a:p>
          <a:p>
            <a:pPr marL="0" indent="0">
              <a:buNone/>
            </a:pPr>
            <a:r>
              <a:rPr dirty="0"/>
              <a:t>• Contadores → Incrementar play_count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de Datos en Cassandra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PE" sz="3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Basado en el principio de diseño orientado a consultas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• Tabla artists – búsqueda directa por artist_id</a:t>
            </a:r>
          </a:p>
          <a:p>
            <a:pPr marL="0" indent="0">
              <a:buNone/>
            </a:pPr>
            <a:r>
              <a:rPr dirty="0"/>
              <a:t>• Tabla songs_by_artist – canciones ordenadas por año</a:t>
            </a:r>
          </a:p>
          <a:p>
            <a:pPr marL="0" indent="0">
              <a:buNone/>
            </a:pPr>
            <a:r>
              <a:rPr dirty="0"/>
              <a:t>• Tabla playlists_by_user – playlists por usuario</a:t>
            </a:r>
          </a:p>
          <a:p>
            <a:pPr marL="0" indent="0">
              <a:buNone/>
            </a:pPr>
            <a:r>
              <a:rPr dirty="0"/>
              <a:t>• Tabla history_by_user_date – historial por fecha</a:t>
            </a:r>
          </a:p>
          <a:p>
            <a:pPr marL="0" indent="0">
              <a:buNone/>
            </a:pPr>
            <a:r>
              <a:rPr dirty="0"/>
              <a:t>• Tabla play_count_by_song – contadores de reproducción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Justificación de Elección de Claves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PE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 modelo de datos propuesto está diseñado para soportar las siguientes consultas de manera eficiente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• Claves de partición → consultas rápidas sin JOINs</a:t>
            </a:r>
          </a:p>
          <a:p>
            <a:pPr marL="0" indent="0">
              <a:buNone/>
            </a:pPr>
            <a:r>
              <a:rPr dirty="0"/>
              <a:t>• Claves de clustering → orden lógico dentro de la partición</a:t>
            </a:r>
          </a:p>
          <a:p>
            <a:pPr marL="0" indent="0">
              <a:buNone/>
            </a:pPr>
            <a:r>
              <a:rPr dirty="0"/>
              <a:t>• Uso de counters para alta concurrencia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Consultas Soportadas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Ejemplos:</a:t>
            </a:r>
          </a:p>
          <a:p>
            <a:pPr marL="0" indent="0">
              <a:buNone/>
            </a:pPr>
            <a:r>
              <a:rPr dirty="0"/>
              <a:t>• Obtener canciones por artista</a:t>
            </a:r>
          </a:p>
          <a:p>
            <a:pPr marL="0" indent="0">
              <a:buNone/>
            </a:pPr>
            <a:r>
              <a:rPr dirty="0"/>
              <a:t>• Listar playlists del usuario</a:t>
            </a:r>
          </a:p>
          <a:p>
            <a:pPr marL="0" indent="0">
              <a:buNone/>
            </a:pPr>
            <a:r>
              <a:rPr dirty="0"/>
              <a:t>• Consultar historial por fecha</a:t>
            </a:r>
          </a:p>
          <a:p>
            <a:pPr marL="0" indent="0">
              <a:buNone/>
            </a:pPr>
            <a:r>
              <a:rPr dirty="0"/>
              <a:t>• Incrementar play_count</a:t>
            </a:r>
          </a:p>
          <a:p>
            <a:pPr marL="0" indent="0">
              <a:buNone/>
            </a:pPr>
            <a:r>
              <a:rPr dirty="0"/>
              <a:t>• Buscar canciones por género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3061C-38C2-AFF7-7BD7-0D72974F4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9443" y="5921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PE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Script de Configuración (</a:t>
            </a:r>
            <a:r>
              <a:rPr lang="es-PE" sz="2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configuracion_inicial.cql</a:t>
            </a:r>
            <a:r>
              <a:rPr lang="es-PE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s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/>
            </a:r>
            <a:br>
              <a:rPr lang="es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s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37496D-5512-0EF1-9A6E-9217477ED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985" y="1417638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US" dirty="0"/>
              <a:t>El script crea el </a:t>
            </a:r>
            <a:r>
              <a:rPr lang="es-US" dirty="0" err="1"/>
              <a:t>keyspace</a:t>
            </a:r>
            <a:r>
              <a:rPr lang="es-US" dirty="0"/>
              <a:t> y configura lo básico del entorno y la seguridad:</a:t>
            </a:r>
          </a:p>
          <a:p>
            <a:r>
              <a:rPr lang="es-PE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Parte 1: Creación del </a:t>
            </a:r>
            <a:r>
              <a:rPr lang="es-PE" sz="20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Keyspace</a:t>
            </a:r>
            <a:endParaRPr lang="es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s-P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 define el </a:t>
            </a:r>
            <a:r>
              <a:rPr lang="es-P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keyspace</a:t>
            </a:r>
            <a:r>
              <a:rPr lang="es-P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'</a:t>
            </a:r>
            <a:r>
              <a:rPr lang="es-P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music_streaming</a:t>
            </a:r>
            <a:r>
              <a:rPr lang="es-P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' que contendrá todas las tablas del proyecto.</a:t>
            </a:r>
            <a:endParaRPr lang="es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s-PE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Estrategia de Replicación:</a:t>
            </a:r>
            <a:endParaRPr lang="es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s-P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</a:t>
            </a:r>
            <a:r>
              <a:rPr lang="es-P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'</a:t>
            </a:r>
            <a:r>
              <a:rPr lang="es-P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SimpleStrategy</a:t>
            </a:r>
            <a:r>
              <a:rPr lang="es-P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' -&gt; Adecuada para entornos de desarrollo o un único centro de datos.</a:t>
            </a:r>
            <a:endParaRPr lang="es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s-P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replication_factor</a:t>
            </a:r>
            <a:r>
              <a:rPr lang="es-P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1  -&gt; Debido a que este proyecto se ejecuta en un clúster de un solo nodo, solo se necesita una copia de los datos.</a:t>
            </a:r>
            <a:endParaRPr lang="es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 KEYSPACE IF NOT EXISTS music_streaming</a:t>
            </a:r>
            <a:endParaRPr lang="es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WITH replication = {'class':'SimpleStrategy', 'replication_factor':1};</a:t>
            </a:r>
            <a:endParaRPr lang="es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s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1386829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4487C-A8D8-40E8-B739-31FBA9344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Evidencia de Configuración </a:t>
            </a:r>
            <a:r>
              <a:rPr lang="es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/>
            </a:r>
            <a:br>
              <a:rPr lang="es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s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08A245-FB69-6EDF-1C97-847447CEB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P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continuación, se presentan las capturas de pantalla que demuestran la correcta configuración del entorno </a:t>
            </a:r>
            <a:r>
              <a:rPr lang="es-PE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Cassandra</a:t>
            </a:r>
            <a:r>
              <a:rPr lang="es-P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s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s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A59E1B0-92E7-C28D-AC33-EC01C7A0F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805" y="2486025"/>
            <a:ext cx="6151245" cy="74295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FE694DD-604B-8D3B-3422-DB4EA3F05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05" y="3471545"/>
            <a:ext cx="5400040" cy="64325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B3FCCB9-B3B6-304C-66D9-E09BEE137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05" y="4357370"/>
            <a:ext cx="5400040" cy="80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738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El diseño garantiza:</a:t>
            </a:r>
          </a:p>
          <a:p>
            <a:pPr marL="0" indent="0">
              <a:buNone/>
            </a:pPr>
            <a:r>
              <a:rPr dirty="0"/>
              <a:t>• Lecturas rápidas y eficientes</a:t>
            </a:r>
          </a:p>
          <a:p>
            <a:pPr marL="0" indent="0">
              <a:buNone/>
            </a:pPr>
            <a:r>
              <a:rPr dirty="0"/>
              <a:t>• Escalabilidad horizontal</a:t>
            </a:r>
          </a:p>
          <a:p>
            <a:pPr marL="0" indent="0">
              <a:buNone/>
            </a:pPr>
            <a:r>
              <a:rPr dirty="0"/>
              <a:t>• Evitar JOINs y optimizar rendimiento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2</TotalTime>
  <Words>401</Words>
  <Application>Microsoft Office PowerPoint</Application>
  <PresentationFormat>Presentación en pantalla (4:3)</PresentationFormat>
  <Paragraphs>56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Aptos</vt:lpstr>
      <vt:lpstr>Arial</vt:lpstr>
      <vt:lpstr>Bookman Old Style</vt:lpstr>
      <vt:lpstr>Rockwell</vt:lpstr>
      <vt:lpstr>Times New Roman</vt:lpstr>
      <vt:lpstr>Damask</vt:lpstr>
      <vt:lpstr>Sistema de Gestión de Streaming de Música</vt:lpstr>
      <vt:lpstr>Objetivo del Proyecto</vt:lpstr>
      <vt:lpstr>Requisitos del Sistema y Patrones de Acceso</vt:lpstr>
      <vt:lpstr>Modelo de Datos en Cassandra</vt:lpstr>
      <vt:lpstr>Justificación de Elección de Claves</vt:lpstr>
      <vt:lpstr>Consultas Soportadas</vt:lpstr>
      <vt:lpstr>Script de Configuración (configuracion_inicial.cql) </vt:lpstr>
      <vt:lpstr>Evidencia de Configuración  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de Streaming de Música</dc:title>
  <dc:subject/>
  <dc:creator/>
  <cp:keywords/>
  <dc:description>generated using python-pptx</dc:description>
  <cp:lastModifiedBy>LAB-USR-SJL</cp:lastModifiedBy>
  <cp:revision>5</cp:revision>
  <dcterms:created xsi:type="dcterms:W3CDTF">2013-01-27T09:14:16Z</dcterms:created>
  <dcterms:modified xsi:type="dcterms:W3CDTF">2025-11-21T19:57:23Z</dcterms:modified>
  <cp:category/>
</cp:coreProperties>
</file>